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6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3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23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1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7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623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63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627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2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ElectricPe</a:t>
            </a:r>
            <a:r>
              <a:rPr dirty="0"/>
              <a:t> – Lead-to-Delivery Funnel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Analyst Internship Assignment</a:t>
            </a:r>
          </a:p>
          <a:p>
            <a:r>
              <a:t>Prepared by: Aditya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Funnel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Total Leads: 1,000 | Delivered: 812 (81.2%) | Cancelled: 271 (27.1%)</a:t>
            </a:r>
          </a:p>
          <a:p>
            <a:r>
              <a:t>• Lead Mix: 30% Hot | 51% Warm | 19% Cold</a:t>
            </a:r>
          </a:p>
          <a:p>
            <a:r>
              <a:t>• Main leakage at Lead → Pre-Booking stage; Warm leads underperform</a:t>
            </a:r>
          </a:p>
          <a:p>
            <a:r>
              <a:t>• Avg. Delivery TAT: 10–15 days; slightly higher in Delhi &amp; Bangalore</a:t>
            </a:r>
          </a:p>
          <a:p>
            <a:r>
              <a:t>• Top Cancellation Reasons: Model Unavailable, Price, Customer Changed Mind</a:t>
            </a:r>
          </a:p>
          <a:p>
            <a:r>
              <a:t>• Avg. Customer Rating: 7.1 | Estimated NPS: +20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Bottlenecks &amp;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funnel drop-offs from Warm leads (Lead → Pre-booking)</a:t>
            </a:r>
          </a:p>
          <a:p>
            <a:r>
              <a:t>• Inventory &amp; delivery coordination gaps causing delays</a:t>
            </a:r>
          </a:p>
          <a:p>
            <a:r>
              <a:t>• Uneven TAT performance across stores</a:t>
            </a:r>
          </a:p>
          <a:p>
            <a:r>
              <a:t>• Lack of structured feedback loop for detractors</a:t>
            </a:r>
          </a:p>
          <a:p>
            <a:r>
              <a:t>• Missing Lead Source &amp; First Response tracking in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Lead Conversion: Implement lead scoring &amp; automated follow-up alerts</a:t>
            </a:r>
          </a:p>
          <a:p>
            <a:r>
              <a:t>Delivery TAT: Introduce SLA per stage &amp; real-time store dashboard</a:t>
            </a:r>
          </a:p>
          <a:p>
            <a:r>
              <a:t>Service Follow-ups: Auto reminders + link NPS feedback to CRM</a:t>
            </a:r>
          </a:p>
          <a:p>
            <a:r>
              <a:t>Cancellation Reduction: Model availability alerts &amp; price support offers</a:t>
            </a:r>
          </a:p>
          <a:p>
            <a:r>
              <a:t>Customer Satisfaction: Proactive communication &amp; detractor recovery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Lead Conversion: +10–15% improvement</a:t>
            </a:r>
          </a:p>
          <a:p>
            <a:r>
              <a:t>• Delivery TAT: 20–30% faster delivery cycle</a:t>
            </a:r>
          </a:p>
          <a:p>
            <a:r>
              <a:t>• Cancellation Rate: 25% reduction</a:t>
            </a:r>
          </a:p>
          <a:p>
            <a:r>
              <a:t>• Customer Satisfaction (NPS): +10–15 point gain</a:t>
            </a:r>
          </a:p>
          <a:p>
            <a:r>
              <a:t>• Repeat/Referral Sales: +5% increase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254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ElectricPe – Lead-to-Delivery Funnel Analysis</vt:lpstr>
      <vt:lpstr>Key Insights &amp; Funnel Performance</vt:lpstr>
      <vt:lpstr>Operational Bottlenecks &amp; Gaps</vt:lpstr>
      <vt:lpstr>Strategic Recommendations</vt:lpstr>
      <vt:lpstr>Expected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Kumar</dc:creator>
  <cp:keywords/>
  <dc:description>generated using python-pptx</dc:description>
  <cp:lastModifiedBy>Aditya Kumar</cp:lastModifiedBy>
  <cp:revision>2</cp:revision>
  <dcterms:created xsi:type="dcterms:W3CDTF">2013-01-27T09:14:16Z</dcterms:created>
  <dcterms:modified xsi:type="dcterms:W3CDTF">2025-11-02T16:31:59Z</dcterms:modified>
  <cp:category/>
</cp:coreProperties>
</file>